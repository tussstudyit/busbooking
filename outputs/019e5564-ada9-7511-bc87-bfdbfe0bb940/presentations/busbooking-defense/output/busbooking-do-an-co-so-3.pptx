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18327f22c945c0" /><Relationship Type="http://schemas.openxmlformats.org/officeDocument/2006/relationships/extended-properties" Target="/docProps/app.xml" Id="Rb0d1dda875de459d" /><Relationship Type="http://schemas.openxmlformats.org/officeDocument/2006/relationships/officeDocument" Target="/ppt/presentation.xml" Id="Rdee27a2c88ab4a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2b27725aa4a42"/>
  </p:sldMasterIdLst>
  <p:notesMasterIdLst>
    <p:notesMasterId xmlns:r="http://schemas.openxmlformats.org/officeDocument/2006/relationships" r:id="Ra3ee7f350c5e4ec9"/>
  </p:notesMasterIdLst>
  <p:sldIdLst>
    <p:sldId xmlns:r="http://schemas.openxmlformats.org/officeDocument/2006/relationships" id="256" r:id="R1973429ea9c64812"/>
    <p:sldId xmlns:r="http://schemas.openxmlformats.org/officeDocument/2006/relationships" id="257" r:id="R5d9312af77ef48cd"/>
    <p:sldId xmlns:r="http://schemas.openxmlformats.org/officeDocument/2006/relationships" id="258" r:id="Rb7baa5661d144916"/>
    <p:sldId xmlns:r="http://schemas.openxmlformats.org/officeDocument/2006/relationships" id="259" r:id="R8810a900fad74cac"/>
    <p:sldId xmlns:r="http://schemas.openxmlformats.org/officeDocument/2006/relationships" id="260" r:id="R4fe6c07f11354d1e"/>
    <p:sldId xmlns:r="http://schemas.openxmlformats.org/officeDocument/2006/relationships" id="261" r:id="Refbee31fd6b64987"/>
    <p:sldId xmlns:r="http://schemas.openxmlformats.org/officeDocument/2006/relationships" id="262" r:id="Ra08eae72a14643a4"/>
    <p:sldId xmlns:r="http://schemas.openxmlformats.org/officeDocument/2006/relationships" id="263" r:id="Rb4e48f548bce4e2d"/>
    <p:sldId xmlns:r="http://schemas.openxmlformats.org/officeDocument/2006/relationships" id="264" r:id="Rb1390280f9fe4919"/>
    <p:sldId xmlns:r="http://schemas.openxmlformats.org/officeDocument/2006/relationships" id="265" r:id="R7b0c1e2d15a94961"/>
    <p:sldId xmlns:r="http://schemas.openxmlformats.org/officeDocument/2006/relationships" id="266" r:id="R7b68e35b73704d0a"/>
    <p:sldId xmlns:r="http://schemas.openxmlformats.org/officeDocument/2006/relationships" id="267" r:id="R99f45cdcccc64694"/>
    <p:sldId xmlns:r="http://schemas.openxmlformats.org/officeDocument/2006/relationships" id="268" r:id="Rfca2ae0076444574"/>
    <p:sldId xmlns:r="http://schemas.openxmlformats.org/officeDocument/2006/relationships" id="269" r:id="Ra8091abd9c5a4c4a"/>
    <p:sldId xmlns:r="http://schemas.openxmlformats.org/officeDocument/2006/relationships" id="270" r:id="Ra3f334fb1b72486f"/>
    <p:sldId xmlns:r="http://schemas.openxmlformats.org/officeDocument/2006/relationships" id="271" r:id="R57922ffd80ca4a62"/>
    <p:sldId xmlns:r="http://schemas.openxmlformats.org/officeDocument/2006/relationships" id="272" r:id="Re8ea8043cc4549a8"/>
    <p:sldId xmlns:r="http://schemas.openxmlformats.org/officeDocument/2006/relationships" id="273" r:id="R0c0451861ff44f9d"/>
    <p:sldId xmlns:r="http://schemas.openxmlformats.org/officeDocument/2006/relationships" id="274" r:id="Rd57fa2bf92554d88"/>
    <p:sldId xmlns:r="http://schemas.openxmlformats.org/officeDocument/2006/relationships" id="275" r:id="Rfca2c5e34ba848f6"/>
    <p:sldId xmlns:r="http://schemas.openxmlformats.org/officeDocument/2006/relationships" id="276" r:id="Ree7960c7628e4269"/>
    <p:sldId xmlns:r="http://schemas.openxmlformats.org/officeDocument/2006/relationships" id="277" r:id="Rb87c5348d6a04a25"/>
    <p:sldId xmlns:r="http://schemas.openxmlformats.org/officeDocument/2006/relationships" id="278" r:id="R266a905c0fb244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2b27725aa4a42" /><Relationship Type="http://schemas.openxmlformats.org/officeDocument/2006/relationships/theme" Target="/ppt/theme/theme1.xml" Id="R5a0c3d6d3a2449a2" /><Relationship Type="http://schemas.openxmlformats.org/officeDocument/2006/relationships/notesMaster" Target="/ppt/notesMasters/notesMaster1.xml" Id="Ra3ee7f350c5e4ec9" /><Relationship Type="http://schemas.openxmlformats.org/officeDocument/2006/relationships/presProps" Target="/ppt/presProps.xml" Id="R7af1e02eb6b14b94" /><Relationship Type="http://schemas.openxmlformats.org/officeDocument/2006/relationships/viewProps" Target="/ppt/viewProps.xml" Id="Rae33d160918a4912" /><Relationship Type="http://schemas.openxmlformats.org/officeDocument/2006/relationships/tableStyles" Target="/ppt/tableStyles.xml" Id="Rc48533e124534e34" /><Relationship Type="http://schemas.openxmlformats.org/officeDocument/2006/relationships/slide" Target="/ppt/slides/slide1.xml" Id="R1973429ea9c64812" /><Relationship Type="http://schemas.openxmlformats.org/officeDocument/2006/relationships/slide" Target="/ppt/slides/slide2.xml" Id="R5d9312af77ef48cd" /><Relationship Type="http://schemas.openxmlformats.org/officeDocument/2006/relationships/slide" Target="/ppt/slides/slide3.xml" Id="Rb7baa5661d144916" /><Relationship Type="http://schemas.openxmlformats.org/officeDocument/2006/relationships/slide" Target="/ppt/slides/slide4.xml" Id="R8810a900fad74cac" /><Relationship Type="http://schemas.openxmlformats.org/officeDocument/2006/relationships/slide" Target="/ppt/slides/slide5.xml" Id="R4fe6c07f11354d1e" /><Relationship Type="http://schemas.openxmlformats.org/officeDocument/2006/relationships/slide" Target="/ppt/slides/slide6.xml" Id="Refbee31fd6b64987" /><Relationship Type="http://schemas.openxmlformats.org/officeDocument/2006/relationships/slide" Target="/ppt/slides/slide7.xml" Id="Ra08eae72a14643a4" /><Relationship Type="http://schemas.openxmlformats.org/officeDocument/2006/relationships/slide" Target="/ppt/slides/slide8.xml" Id="Rb4e48f548bce4e2d" /><Relationship Type="http://schemas.openxmlformats.org/officeDocument/2006/relationships/slide" Target="/ppt/slides/slide9.xml" Id="Rb1390280f9fe4919" /><Relationship Type="http://schemas.openxmlformats.org/officeDocument/2006/relationships/slide" Target="/ppt/slides/slide10.xml" Id="R7b0c1e2d15a94961" /><Relationship Type="http://schemas.openxmlformats.org/officeDocument/2006/relationships/slide" Target="/ppt/slides/slide11.xml" Id="R7b68e35b73704d0a" /><Relationship Type="http://schemas.openxmlformats.org/officeDocument/2006/relationships/slide" Target="/ppt/slides/slide12.xml" Id="R99f45cdcccc64694" /><Relationship Type="http://schemas.openxmlformats.org/officeDocument/2006/relationships/slide" Target="/ppt/slides/slide13.xml" Id="Rfca2ae0076444574" /><Relationship Type="http://schemas.openxmlformats.org/officeDocument/2006/relationships/slide" Target="/ppt/slides/slide14.xml" Id="Ra8091abd9c5a4c4a" /><Relationship Type="http://schemas.openxmlformats.org/officeDocument/2006/relationships/slide" Target="/ppt/slides/slide15.xml" Id="Ra3f334fb1b72486f" /><Relationship Type="http://schemas.openxmlformats.org/officeDocument/2006/relationships/slide" Target="/ppt/slides/slide16.xml" Id="R57922ffd80ca4a62" /><Relationship Type="http://schemas.openxmlformats.org/officeDocument/2006/relationships/slide" Target="/ppt/slides/slide17.xml" Id="Re8ea8043cc4549a8" /><Relationship Type="http://schemas.openxmlformats.org/officeDocument/2006/relationships/slide" Target="/ppt/slides/slide18.xml" Id="R0c0451861ff44f9d" /><Relationship Type="http://schemas.openxmlformats.org/officeDocument/2006/relationships/slide" Target="/ppt/slides/slide19.xml" Id="Rd57fa2bf92554d88" /><Relationship Type="http://schemas.openxmlformats.org/officeDocument/2006/relationships/slide" Target="/ppt/slides/slide20.xml" Id="Rfca2c5e34ba848f6" /><Relationship Type="http://schemas.openxmlformats.org/officeDocument/2006/relationships/slide" Target="/ppt/slides/slide21.xml" Id="Ree7960c7628e4269" /><Relationship Type="http://schemas.openxmlformats.org/officeDocument/2006/relationships/slide" Target="/ppt/slides/slide22.xml" Id="Rb87c5348d6a04a25" /><Relationship Type="http://schemas.openxmlformats.org/officeDocument/2006/relationships/slide" Target="/ppt/slides/slide23.xml" Id="R266a905c0fb2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9aaa11f272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5b45f89b54c48" /><Relationship Type="http://schemas.openxmlformats.org/officeDocument/2006/relationships/notesMaster" Target="/ppt/notesMasters/notesMaster1.xml" Id="Rdcec024f1b3a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aa3b334544fc4" /><Relationship Type="http://schemas.openxmlformats.org/officeDocument/2006/relationships/notesMaster" Target="/ppt/notesMasters/notesMaster1.xml" Id="R4aa2ab984d164d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4a6107bdd4364" /><Relationship Type="http://schemas.openxmlformats.org/officeDocument/2006/relationships/notesMaster" Target="/ppt/notesMasters/notesMaster1.xml" Id="R7e4518d65625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a290718bc4fb5" /><Relationship Type="http://schemas.openxmlformats.org/officeDocument/2006/relationships/notesMaster" Target="/ppt/notesMasters/notesMaster1.xml" Id="R6af1fb192d7144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71a616f9184a2b" /><Relationship Type="http://schemas.openxmlformats.org/officeDocument/2006/relationships/notesMaster" Target="/ppt/notesMasters/notesMaster1.xml" Id="Reeb48cee591347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49989afaf2454a" /><Relationship Type="http://schemas.openxmlformats.org/officeDocument/2006/relationships/notesMaster" Target="/ppt/notesMasters/notesMaster1.xml" Id="Rb4c9ca90af5743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f4ae46cc464674" /><Relationship Type="http://schemas.openxmlformats.org/officeDocument/2006/relationships/notesMaster" Target="/ppt/notesMasters/notesMaster1.xml" Id="R1fcc3fa7036d43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194ffcab74ef2" /><Relationship Type="http://schemas.openxmlformats.org/officeDocument/2006/relationships/notesMaster" Target="/ppt/notesMasters/notesMaster1.xml" Id="R036c0da8319e46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72e6b101bd45af" /><Relationship Type="http://schemas.openxmlformats.org/officeDocument/2006/relationships/notesMaster" Target="/ppt/notesMasters/notesMaster1.xml" Id="R23c2b3023aca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d90c9c7d714557" /><Relationship Type="http://schemas.openxmlformats.org/officeDocument/2006/relationships/notesMaster" Target="/ppt/notesMasters/notesMaster1.xml" Id="Ra0671b36164843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149c484a284079" /><Relationship Type="http://schemas.openxmlformats.org/officeDocument/2006/relationships/notesMaster" Target="/ppt/notesMasters/notesMaster1.xml" Id="R716d91436653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9b3205f9e3433e" /><Relationship Type="http://schemas.openxmlformats.org/officeDocument/2006/relationships/notesMaster" Target="/ppt/notesMasters/notesMaster1.xml" Id="R2d1d882dfa9346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b1e49244d74319" /><Relationship Type="http://schemas.openxmlformats.org/officeDocument/2006/relationships/notesMaster" Target="/ppt/notesMasters/notesMaster1.xml" Id="R7067e9b0d01641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928e696f054627" /><Relationship Type="http://schemas.openxmlformats.org/officeDocument/2006/relationships/notesMaster" Target="/ppt/notesMasters/notesMaster1.xml" Id="Rdcfbdc7a30a746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b80e9e35e94bb5" /><Relationship Type="http://schemas.openxmlformats.org/officeDocument/2006/relationships/notesMaster" Target="/ppt/notesMasters/notesMaster1.xml" Id="R8db716c26f9740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f90c83798842ba" /><Relationship Type="http://schemas.openxmlformats.org/officeDocument/2006/relationships/notesMaster" Target="/ppt/notesMasters/notesMaster1.xml" Id="R1d0f88f1c3ff40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425d2fb7bb44d4" /><Relationship Type="http://schemas.openxmlformats.org/officeDocument/2006/relationships/notesMaster" Target="/ppt/notesMasters/notesMaster1.xml" Id="R058271cbee0f40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d64d1ee6e043fc" /><Relationship Type="http://schemas.openxmlformats.org/officeDocument/2006/relationships/notesMaster" Target="/ppt/notesMasters/notesMaster1.xml" Id="R969070ed56e742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3f173a3a3b4c86" /><Relationship Type="http://schemas.openxmlformats.org/officeDocument/2006/relationships/notesMaster" Target="/ppt/notesMasters/notesMaster1.xml" Id="R518a0cc53d7e43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abeaac3310450d" /><Relationship Type="http://schemas.openxmlformats.org/officeDocument/2006/relationships/notesMaster" Target="/ppt/notesMasters/notesMaster1.xml" Id="R8b103ce92a9240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fedf87da77424f" /><Relationship Type="http://schemas.openxmlformats.org/officeDocument/2006/relationships/notesMaster" Target="/ppt/notesMasters/notesMaster1.xml" Id="R9267f93eb7334f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e6b481998f4e39" /><Relationship Type="http://schemas.openxmlformats.org/officeDocument/2006/relationships/notesMaster" Target="/ppt/notesMasters/notesMaster1.xml" Id="R910aa1fbf1784b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a2136cd04c4f6f" /><Relationship Type="http://schemas.openxmlformats.org/officeDocument/2006/relationships/notesMaster" Target="/ppt/notesMasters/notesMaster1.xml" Id="R4b03ca5ad901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642f2748e432b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e8ccc33d43542e0" /><Relationship Type="http://schemas.openxmlformats.org/officeDocument/2006/relationships/slideLayout" Target="/ppt/slideLayouts/slideLayout2.xml" Id="Rf7a80f8036f64a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a80f8036f64a8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02dc220e0437e" /><Relationship Type="http://schemas.openxmlformats.org/officeDocument/2006/relationships/image" Target="/ppt/media/image.jpeg" Id="R45ba1394bfef4e4e" /><Relationship Type="http://schemas.openxmlformats.org/officeDocument/2006/relationships/notesSlide" Target="/ppt/notesSlides/notesSlide1.xml" Id="R5b299440ce6e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9cfc286d5b4f57" /><Relationship Type="http://schemas.openxmlformats.org/officeDocument/2006/relationships/image" Target="/ppt/media/image2.jpeg" Id="R42131177ede34f9a" /><Relationship Type="http://schemas.openxmlformats.org/officeDocument/2006/relationships/notesSlide" Target="/ppt/notesSlides/notesSlide2.xml" Id="Rd885f35b69d149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1860b6e294d83" /><Relationship Type="http://schemas.openxmlformats.org/officeDocument/2006/relationships/image" Target="/ppt/media/image2.jpeg" Id="R4eec4b62e91242e8" /><Relationship Type="http://schemas.openxmlformats.org/officeDocument/2006/relationships/notesSlide" Target="/ppt/notesSlides/notesSlide3.xml" Id="R4cf8cd2b5083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d6fc37176c455e" /><Relationship Type="http://schemas.openxmlformats.org/officeDocument/2006/relationships/image" Target="/ppt/media/image2.jpeg" Id="R84a9b5b3674e445b" /><Relationship Type="http://schemas.openxmlformats.org/officeDocument/2006/relationships/image" Target="/ppt/media/image.png" Id="Rbf5f50bbc6374acf" /><Relationship Type="http://schemas.openxmlformats.org/officeDocument/2006/relationships/image" Target="/ppt/media/image3.jpeg" Id="R4e3de6d0f401464e" /><Relationship Type="http://schemas.openxmlformats.org/officeDocument/2006/relationships/notesSlide" Target="/ppt/notesSlides/notesSlide4.xml" Id="Rafc04a1d54ed4e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6ee2abdc54b05" /><Relationship Type="http://schemas.openxmlformats.org/officeDocument/2006/relationships/image" Target="/ppt/media/image2.jpeg" Id="Rdbf8cf419ac44768" /><Relationship Type="http://schemas.openxmlformats.org/officeDocument/2006/relationships/notesSlide" Target="/ppt/notesSlides/notesSlide5.xml" Id="Rbee285e1c1714b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6778ada09463c" /><Relationship Type="http://schemas.openxmlformats.org/officeDocument/2006/relationships/image" Target="/ppt/media/image2.jpeg" Id="R2116923cef3541aa" /><Relationship Type="http://schemas.openxmlformats.org/officeDocument/2006/relationships/notesSlide" Target="/ppt/notesSlides/notesSlide6.xml" Id="Rbff5667eba1e44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623aad50c490b" /><Relationship Type="http://schemas.openxmlformats.org/officeDocument/2006/relationships/image" Target="/ppt/media/image2.jpeg" Id="R56001be49d674b56" /><Relationship Type="http://schemas.openxmlformats.org/officeDocument/2006/relationships/image" Target="/ppt/media/image.bin" Id="R686a66c5fc4641e5" /><Relationship Type="http://schemas.openxmlformats.org/officeDocument/2006/relationships/image" Target="/ppt/media/image2.bin" Id="Rc9fe4d7713cc4ade" /><Relationship Type="http://schemas.openxmlformats.org/officeDocument/2006/relationships/image" Target="/ppt/media/image3.bin" Id="Rd1b1b00eab7f43c9" /><Relationship Type="http://schemas.openxmlformats.org/officeDocument/2006/relationships/notesSlide" Target="/ppt/notesSlides/notesSlide7.xml" Id="R4870dff38933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c1618f53a74563" /><Relationship Type="http://schemas.openxmlformats.org/officeDocument/2006/relationships/image" Target="/ppt/media/image2.jpeg" Id="Rb47eb75e734e48d3" /><Relationship Type="http://schemas.openxmlformats.org/officeDocument/2006/relationships/image" Target="/ppt/media/image4.bin" Id="Ra9c073f2d1fc411d" /><Relationship Type="http://schemas.openxmlformats.org/officeDocument/2006/relationships/notesSlide" Target="/ppt/notesSlides/notesSlide8.xml" Id="R2124760a928845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8c7057e484407" /><Relationship Type="http://schemas.openxmlformats.org/officeDocument/2006/relationships/image" Target="/ppt/media/image2.jpeg" Id="R53b7f0636623449e" /><Relationship Type="http://schemas.openxmlformats.org/officeDocument/2006/relationships/notesSlide" Target="/ppt/notesSlides/notesSlide9.xml" Id="Rb13e6906992d43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24f3a381ad4c28" /><Relationship Type="http://schemas.openxmlformats.org/officeDocument/2006/relationships/image" Target="/ppt/media/image2.jpeg" Id="R7b6564a5ce554215" /><Relationship Type="http://schemas.openxmlformats.org/officeDocument/2006/relationships/notesSlide" Target="/ppt/notesSlides/notesSlide10.xml" Id="R69074a8b16824c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ce853f3a541f8" /><Relationship Type="http://schemas.openxmlformats.org/officeDocument/2006/relationships/image" Target="/ppt/media/image2.jpeg" Id="R3769d2e7e8ee4d4d" /><Relationship Type="http://schemas.openxmlformats.org/officeDocument/2006/relationships/notesSlide" Target="/ppt/notesSlides/notesSlide11.xml" Id="R487cbd243bdd4d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b55a9465c4f29" /><Relationship Type="http://schemas.openxmlformats.org/officeDocument/2006/relationships/image" Target="/ppt/media/image2.jpeg" Id="Re0358ed989fa4ef7" /><Relationship Type="http://schemas.openxmlformats.org/officeDocument/2006/relationships/notesSlide" Target="/ppt/notesSlides/notesSlide12.xml" Id="R59c353a853024c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71bf500964668" /><Relationship Type="http://schemas.openxmlformats.org/officeDocument/2006/relationships/image" Target="/ppt/media/image2.jpeg" Id="Rdc391b12d56f4dbd" /><Relationship Type="http://schemas.openxmlformats.org/officeDocument/2006/relationships/image" Target="/ppt/media/image5.bin" Id="R4148b5311fc04425" /><Relationship Type="http://schemas.openxmlformats.org/officeDocument/2006/relationships/image" Target="/ppt/media/image6.bin" Id="R90a20e20dfd94fcf" /><Relationship Type="http://schemas.openxmlformats.org/officeDocument/2006/relationships/image" Target="/ppt/media/image7.bin" Id="R4bb8df40b0f942d1" /><Relationship Type="http://schemas.openxmlformats.org/officeDocument/2006/relationships/notesSlide" Target="/ppt/notesSlides/notesSlide13.xml" Id="Rd250fe63298b4f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34a24db1245a9" /><Relationship Type="http://schemas.openxmlformats.org/officeDocument/2006/relationships/image" Target="/ppt/media/image2.jpeg" Id="R7ae02474cf5b4831" /><Relationship Type="http://schemas.openxmlformats.org/officeDocument/2006/relationships/notesSlide" Target="/ppt/notesSlides/notesSlide14.xml" Id="Re3d040e2f56c4d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63ecdd9c64c71" /><Relationship Type="http://schemas.openxmlformats.org/officeDocument/2006/relationships/image" Target="/ppt/media/image2.jpeg" Id="R5f77924dc7d24919" /><Relationship Type="http://schemas.openxmlformats.org/officeDocument/2006/relationships/notesSlide" Target="/ppt/notesSlides/notesSlide15.xml" Id="Re8d09b612b054d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3aec43a024503" /><Relationship Type="http://schemas.openxmlformats.org/officeDocument/2006/relationships/image" Target="/ppt/media/image2.jpeg" Id="R2319ba07c557420d" /><Relationship Type="http://schemas.openxmlformats.org/officeDocument/2006/relationships/image" Target="/ppt/media/image8.bin" Id="R908bd7ce2b4b4dd5" /><Relationship Type="http://schemas.openxmlformats.org/officeDocument/2006/relationships/notesSlide" Target="/ppt/notesSlides/notesSlide16.xml" Id="R321e228cb2ee47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972bca2c5048f3" /><Relationship Type="http://schemas.openxmlformats.org/officeDocument/2006/relationships/image" Target="/ppt/media/image2.jpeg" Id="Ra29afa2a8380452f" /><Relationship Type="http://schemas.openxmlformats.org/officeDocument/2006/relationships/image" Target="/ppt/media/image9.bin" Id="Rb59be051ae82439b" /><Relationship Type="http://schemas.openxmlformats.org/officeDocument/2006/relationships/notesSlide" Target="/ppt/notesSlides/notesSlide17.xml" Id="Ra1ef7bb2bcca46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035e66ba3c4871" /><Relationship Type="http://schemas.openxmlformats.org/officeDocument/2006/relationships/image" Target="/ppt/media/image2.jpeg" Id="Rdb9c9841d1744d78" /><Relationship Type="http://schemas.openxmlformats.org/officeDocument/2006/relationships/image" Target="/ppt/media/image10.bin" Id="Re128712f781d44a0" /><Relationship Type="http://schemas.openxmlformats.org/officeDocument/2006/relationships/notesSlide" Target="/ppt/notesSlides/notesSlide18.xml" Id="R3248457d167e4c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95f0202d134cf0" /><Relationship Type="http://schemas.openxmlformats.org/officeDocument/2006/relationships/image" Target="/ppt/media/image2.jpeg" Id="R45bfc53d2cdf4b6f" /><Relationship Type="http://schemas.openxmlformats.org/officeDocument/2006/relationships/image" Target="/ppt/media/image11.bin" Id="R0752c4e83b21447e" /><Relationship Type="http://schemas.openxmlformats.org/officeDocument/2006/relationships/notesSlide" Target="/ppt/notesSlides/notesSlide19.xml" Id="Rb8dc0ccde67347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00f05478b438d" /><Relationship Type="http://schemas.openxmlformats.org/officeDocument/2006/relationships/image" Target="/ppt/media/image2.jpeg" Id="R83db5f2d7f364422" /><Relationship Type="http://schemas.openxmlformats.org/officeDocument/2006/relationships/notesSlide" Target="/ppt/notesSlides/notesSlide20.xml" Id="R653094d40b5944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48f0c71db342fd" /><Relationship Type="http://schemas.openxmlformats.org/officeDocument/2006/relationships/image" Target="/ppt/media/image2.jpeg" Id="R3721d334015c453e" /><Relationship Type="http://schemas.openxmlformats.org/officeDocument/2006/relationships/image" Target="/ppt/media/image2.png" Id="R9205f1a97f1b4499" /><Relationship Type="http://schemas.openxmlformats.org/officeDocument/2006/relationships/image" Target="/ppt/media/image4.jpeg" Id="R89ea8bd4850a4a2e" /><Relationship Type="http://schemas.openxmlformats.org/officeDocument/2006/relationships/image" Target="/ppt/media/image12.bin" Id="Rc8e29972b89846c1" /><Relationship Type="http://schemas.openxmlformats.org/officeDocument/2006/relationships/notesSlide" Target="/ppt/notesSlides/notesSlide21.xml" Id="R3ad5d6631ef149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6f409686f46fd" /><Relationship Type="http://schemas.openxmlformats.org/officeDocument/2006/relationships/image" Target="/ppt/media/image2.jpeg" Id="R2e32d8c2b0e64f8e" /><Relationship Type="http://schemas.openxmlformats.org/officeDocument/2006/relationships/notesSlide" Target="/ppt/notesSlides/notesSlide22.xml" Id="R8b75e03311e943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8ba174d474158" /><Relationship Type="http://schemas.openxmlformats.org/officeDocument/2006/relationships/image" Target="/ppt/media/image2.jpeg" Id="R13e250063557459c" /><Relationship Type="http://schemas.openxmlformats.org/officeDocument/2006/relationships/notesSlide" Target="/ppt/notesSlides/notesSlide23.xml" Id="Rfcde2ee952ec43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a1394bfef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47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285F40D-64E1-48AA-964D-E3F03D0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10789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6245593-0C43-453E-AD29-36A4C5C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1284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XÂY DỰNG HỆ THỐNG ĐẶT VÉ</a:t>
            </a:r>
          </a:p>
          <a:p xmlns:a="http://schemas.openxmlformats.org/drawingml/2006/main">
            <a:pPr marL="0" indent="0" algn="ctr">
              <a:buNone/>
            </a:pPr>
            <a:r>
              <a:rPr sz="22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XE KHÁCH TRỰC TUYẾN BUSBOOKING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01018D0-4900-4717-BE82-6B95F23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10128"/>
            <a:ext cx="5760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A3E0341-BC1B-4C2A-ADBC-7ADB354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948" y="5870448"/>
            <a:ext cx="3886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Đà Nẵng, tháng 05 năm 2026</a:t>
            </a:r>
          </a:p>
        </p:txBody>
      </p:sp>
      <p:sp>
        <p:nvSpPr>
          <p:cNvPr id="8" name="Hộp Văn bản 7">
            <a:extLst xmlns:a="http://schemas.openxmlformats.org/drawingml/2006/main">
              <a:ext uri="{FF2B5EF4-FFF2-40B4-BE49-F238E27FC236}">
                <a16:creationId xmlns:a16="http://schemas.microsoft.com/office/drawing/2014/main" id="{881DC1EA-7433-41AE-9EF7-8EBD736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07" y="3179618"/>
            <a:ext cx="6177394" cy="227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90825" indent="-13716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5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Sinh viên thực hiện:  NHÓM BUSBOOKING</a:t>
            </a:r>
          </a:p>
          <a:p xmlns:a="http://schemas.openxmlformats.org/drawingml/2006/main">
            <a:pPr marL="2790825" indent="-13716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2790825" indent="-13716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5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Giảng viên hướng dẫn:</a:t>
            </a:r>
          </a:p>
          <a:p xmlns:a="http://schemas.openxmlformats.org/drawingml/2006/main">
            <a:pPr marL="2790825" indent="-13716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ThS. PHẠM NGUYỄN MINH NHẬT</a:t>
            </a:r>
          </a:p>
        </p:txBody>
      </p:sp>
    </p:spTree>
    <p:extLst>
      <p:ext uri="{BB962C8B-B14F-4D97-AF65-F5344CB8AC3E}">
        <p14:creationId xmlns:p14="http://schemas.microsoft.com/office/powerpoint/2010/main" val="5491895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31177ede3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905C125-514B-49FE-AE6D-490D580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NỘI DUNG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935CBB6-DEB0-4ABF-877E-D15511AC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B0BA174-383E-47E2-9478-FF0E973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691640"/>
            <a:ext cx="8686800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1.  TỔNG QUAN ĐỀ TÀI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2.  CƠ SỞ LÝ THUYẾT VÀ CÔNG NGHỆ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3.  ĐẶC TẢ YÊU CẦU HỆ THỐNG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4.  PHÂN TÍCH VÀ THIẾT KẾ HỆ THỐNG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5.  KẾT QUẢ XÂY DỰNG VÀ TRIỂN KHAI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6.  KẾT LUẬN VÀ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75892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c4b62e91242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7E6E283-78F8-4783-AC30-C3F8DB0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GIỚI THIỆU ĐỀ TÀI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82852E-F099-44F8-9D98-3F9B4AD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D0985CA-A856-41B2-A1B5-E3B9A421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298448"/>
            <a:ext cx="9372600" cy="388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BusBooking số hóa quy trình đặt vé xe khách theo mô hình nhiều nhà xe.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Khách hàng tìm chuyến, xem lộ trình, chọn ghế và thanh toán trực tuyến. Nhà xe đề xuất chuyến và kiểm vé; admin duyệt dữ liệu, công bố chuyến và theo dõi doanh thu.</a:t>
            </a:r>
          </a:p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Điểm nhấn: đặt vé khứ hồi bằng một giao dịch nhưng lưu thành hai vé độc lập.</a:t>
            </a:r>
          </a:p>
        </p:txBody>
      </p:sp>
    </p:spTree>
    <p:extLst>
      <p:ext uri="{BB962C8B-B14F-4D97-AF65-F5344CB8AC3E}">
        <p14:creationId xmlns:p14="http://schemas.microsoft.com/office/powerpoint/2010/main" val="2070459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9b5b3674e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F8051A0-CC0B-4395-892E-873E6D56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1: TỔNG QUAN ĐỀ TÀI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679416-B0F6-4CD3-BC2A-7D172702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A2A591-BAB7-4C55-998A-2670A09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Bài toán và động lực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3666BB9-FAF9-49B3-8FB5-095FC20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760720" cy="3520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Đặt vé thủ công gây khó tra cứu giờ chạy, ghế trống và đối soát thanh toán.</a:t>
            </a:r>
          </a:p>
          <a:p xmlns:a="http://schemas.openxmlformats.org/drawingml/2006/main"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4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Khi có nhiều nhà xe, chuyến cần được duyệt trước khi bán; thông tin vé phải đến đúng đơn vị vận hành.</a:t>
            </a:r>
          </a:p>
          <a:p xmlns:a="http://schemas.openxmlformats.org/drawingml/2006/main"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4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BusBooking gom toàn bộ luồng tìm chuyến - mua vé - kiểm vé trong một hệ thống.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B8AF4A6-2424-4EF5-A960-CAABBEAC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46811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Đăng nhập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E595B51-F1CB-4D7D-95C1-E470FA56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46811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Banner tuyến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f50bbc6374acf"/>
          <a:stretch xmlns:a="http://schemas.openxmlformats.org/drawingml/2006/main"/>
        </p:blipFill>
        <p:spPr>
          <a:xfrm xmlns:a="http://schemas.openxmlformats.org/drawingml/2006/main">
            <a:off x="7360920" y="1371600"/>
            <a:ext cx="1645920" cy="36576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de6d0f401464e"/>
          <a:stretch xmlns:a="http://schemas.openxmlformats.org/drawingml/2006/main"/>
        </p:blipFill>
        <p:spPr>
          <a:xfrm xmlns:a="http://schemas.openxmlformats.org/drawingml/2006/main">
            <a:off x="9235440" y="2778473"/>
            <a:ext cx="1645920" cy="8438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18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8cf419ac4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" y="-109728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C5F5F26-DEFC-4421-A1F0-620671E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1: TỔNG QUAN ĐỀ TÀI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15665AA-EAA0-4ACA-AC7D-58A665B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FE04550-CE1E-40FB-8769-DAAB0D3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Mục tiêu và phạm vi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3B25359-3776-42EB-B6AF-7ECAB2C3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5212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Mục tiêu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0A170B-A6BB-4E00-880F-0557135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52120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Xây dựng app khách hàng: tìm chuyến, chọn ghế, một chiều / khứ hồi.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Tích hợp VNPAY và theo dõi vé sau thanh toán.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Hỗ trợ nhà xe tạo chuyến, kiểm vé; admin duyệt và quản lý.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08076E6-14C6-4880-A57E-1972478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Phạm vi triển khai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EE91D19-9B23-4ED7-98CA-FC2F37D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493776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 phân hệ: app user, app nhà xe, web admin.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Firebase Auth + Firestore; backend Spring Boot.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Dữ liệu thử nghiệm gồm 02 nhà xe và các tuyến liên tỉnh.</a:t>
            </a:r>
          </a:p>
        </p:txBody>
      </p:sp>
    </p:spTree>
    <p:extLst>
      <p:ext uri="{BB962C8B-B14F-4D97-AF65-F5344CB8AC3E}">
        <p14:creationId xmlns:p14="http://schemas.microsoft.com/office/powerpoint/2010/main" val="948870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6923cef35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08D564-7C63-4AC3-8006-CC4E2E8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2: CÔNG NGHỆ SỬ DỤNG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9CFEF21-E287-4CC7-8A10-9D9FDC5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9F0E30-AA2D-40F9-9F9B-3E72C9D4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0835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CHƯƠNG 2: CƠ SỞ LÝ THUYẾT</a:t>
            </a:r>
          </a:p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VÀ CÔNG NGHỆ SỬ DỤNG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379676-1E8C-41DF-9216-4A89349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464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Nền tảng di động, backend, dữ liệu và cổng thanh toán của BusBooking.</a:t>
            </a:r>
          </a:p>
        </p:txBody>
      </p:sp>
    </p:spTree>
    <p:extLst>
      <p:ext uri="{BB962C8B-B14F-4D97-AF65-F5344CB8AC3E}">
        <p14:creationId xmlns:p14="http://schemas.microsoft.com/office/powerpoint/2010/main" val="156193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01be49d674b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C6D9F06-A846-4F16-AB21-03E6D97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2: CÔNG NGHỆ SỬ DỤNG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7459BBB-A5B4-4D6A-B011-EA7194B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4DEF084-80EA-4856-B3AF-C2896F3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Nền tảng và công nghệ chính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50E9539-C4A8-491A-8929-BFEC797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Android / Kotlin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FD8661-65F3-45FB-9C99-5832768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33375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Ứng dụng khách hàng trên Android; luồng tìm chuyến, chọn ghế và xem vé.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38E20CB-71CC-4B4B-A8E6-A04D7582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298448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Spring Boot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EB1B32F-DDC6-42BE-AF97-7A2EC821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3375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 admin và REST API xử lý VNPAY callback, nghiệp vụ payment.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802F642-EF8C-4103-A5C4-0B946C24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298448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Firebase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D6B2A0D-BEBB-4FF6-A223-C4F4610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600200"/>
            <a:ext cx="33375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Authentication và Firestore lưu người dùng, chuyến, vé, payment.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C218A24-51CF-49B8-A707-889D93A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811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Mobile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2AC3E73-CE2F-409D-A287-8B9AB70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678424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Backend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A3B76200-D7DC-48C1-8292-480BAC81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6052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Database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a66c5fc4641e5"/>
          <a:stretch xmlns:a="http://schemas.openxmlformats.org/drawingml/2006/main"/>
        </p:blipFill>
        <p:spPr>
          <a:xfrm xmlns:a="http://schemas.openxmlformats.org/drawingml/2006/main">
            <a:off x="1264736" y="3200400"/>
            <a:ext cx="1082408" cy="224028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e4d7713cc4ade"/>
          <a:stretch xmlns:a="http://schemas.openxmlformats.org/drawingml/2006/main"/>
        </p:blipFill>
        <p:spPr>
          <a:xfrm xmlns:a="http://schemas.openxmlformats.org/drawingml/2006/main">
            <a:off x="5544742" y="3044952"/>
            <a:ext cx="1117756" cy="260604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1b00eab7f43c9"/>
          <a:stretch xmlns:a="http://schemas.openxmlformats.org/drawingml/2006/main"/>
        </p:blipFill>
        <p:spPr>
          <a:xfrm xmlns:a="http://schemas.openxmlformats.org/drawingml/2006/main">
            <a:off x="9377378" y="3154680"/>
            <a:ext cx="1042005" cy="2423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93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eb75e734e48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F5E07B-F88C-49BD-A585-5BE80E9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2: CÔNG NGHỆ SỬ DỤNG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20DCC77-C56D-4B38-80A7-92CC10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A568C-7C4F-4346-AC8A-2B17F94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Kiến trúc tổng thể hệ thống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8E1D202-F8CF-4ABA-B9CB-56AA9C1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62472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Hình 2.1 Kiến trúc BusBooking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768077-56F3-4F2D-88ED-97ADF8A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9204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 khách hàng và app nhà xe không chia sẻ quyền dữ liệu trực tiếp; admin-web đóng vai trò điều phối nghiệp vụ.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Firestore lưu dữ liệu dùng chung theo carrierId. VNPAY trao đổi qua backend để xác minh checksum và cập nhật vé an toàn.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073f2d1fc411d"/>
          <a:stretch xmlns:a="http://schemas.openxmlformats.org/drawingml/2006/main"/>
        </p:blipFill>
        <p:spPr>
          <a:xfrm xmlns:a="http://schemas.openxmlformats.org/drawingml/2006/main">
            <a:off x="1334857" y="1143000"/>
            <a:ext cx="4188286" cy="4892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8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7f0636623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AC15B69-9C70-41FF-8278-2FF6B990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3: ĐẶC TẢ YÊU CẦU HỆ THỐNG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C0C2A4C-37C6-400D-A846-B9BFA2C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3B8827-B557-4DF4-8F66-DAED15A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0835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CHƯƠNG 3: ĐẶC TẢ</a:t>
            </a:r>
          </a:p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YÊU CẦU HỆ THỐNG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8B73CE-9C52-4A83-802E-FADF46C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464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Giới thiệu, mục tiêu, yêu cầu chức năng và yêu cầu chất lượng.</a:t>
            </a:r>
          </a:p>
        </p:txBody>
      </p:sp>
    </p:spTree>
    <p:extLst>
      <p:ext uri="{BB962C8B-B14F-4D97-AF65-F5344CB8AC3E}">
        <p14:creationId xmlns:p14="http://schemas.microsoft.com/office/powerpoint/2010/main" val="610064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564a5ce55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BE9F5D7-8481-4318-8D44-8FFC097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3: ĐẶC TẢ YÊU CẦU HỆ THỐNG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8071BE-FFE9-4172-B311-5E3B0B89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3E089B1-B64B-42AB-9306-635B00C7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Giới thiệu - 3.2 Mục tiêu hệ thống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C2EDBF-2EC2-4FED-BF57-3F0A217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Giới thiệu hệ thống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BusBooking kết nối khách hàng, nhà xe và admin trong quy trình từ công bố chuyến đến kiểm vé.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Hệ thống ban đầu kiểm thử với 02 nhà xe và các tuyến liên tỉnh.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F0075C2-2416-46C4-B039-7C77F66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Mục tiêu hệ thống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Đặt vé một chiều / khứ hồi và thanh toán VNPAY.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Duyệt chuyến, theo dõi vé, payment và doanh thu tập trung.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Phân quyền dữ liệu theo carrierId.</a:t>
            </a:r>
          </a:p>
        </p:txBody>
      </p:sp>
    </p:spTree>
    <p:extLst>
      <p:ext uri="{BB962C8B-B14F-4D97-AF65-F5344CB8AC3E}">
        <p14:creationId xmlns:p14="http://schemas.microsoft.com/office/powerpoint/2010/main" val="1408253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9d2e7e8ee4d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238CCC-78D0-434B-8339-2D65C20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3: ĐẶC TẢ YÊU CẦU HỆ THỐNG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8F90C82-3D0F-4C52-A79B-50F9AC6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FF025F-ABB1-432B-A551-2B99FB0E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Yêu cầu chức năng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66C3786-160E-42D2-A431-343F005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103327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Khách hàng: đăng ký/đăng nhập, xem lộ trình, tìm chuyến chưa qua giờ, chọn ghế, đặt vé một chiều hoặc khứ hồi, thanh toán VNPAY, xem vé và lịch sử.</a:t>
            </a:r>
          </a:p>
          <a:p xmlns:a="http://schemas.openxmlformats.org/drawingml/2006/main"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Nhà xe: quản lý xe/sơ đồ ghế, gửi chuyến chờ duyệt, xem danh sách khách và kiểm vé.</a:t>
            </a:r>
          </a:p>
          <a:p xmlns:a="http://schemas.openxmlformats.org/drawingml/2006/main"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Admin: quản lý tuyến/chuyến/tài khoản, duyệt và công bố chuyến, quản lý payment, thống kê vé và doanh thu.</a:t>
            </a:r>
          </a:p>
        </p:txBody>
      </p:sp>
    </p:spTree>
    <p:extLst>
      <p:ext uri="{BB962C8B-B14F-4D97-AF65-F5344CB8AC3E}">
        <p14:creationId xmlns:p14="http://schemas.microsoft.com/office/powerpoint/2010/main" val="19235088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58ed989fa4e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BE9F5D7-8481-4318-8D44-8FFC097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3: ĐẶC TẢ YÊU CẦU HỆ THỐNG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8071BE-FFE9-4172-B311-5E3B0B89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3E089B1-B64B-42AB-9306-635B00C7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Yêu cầu phi chức năng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C2EDBF-2EC2-4FED-BF57-3F0A217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Hiệu năng và độ tin cậy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Tải chuyến và vé nhanh, nhất quán.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Không hiển thị chuyến đã qua giờ.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Payment thành công phải đồng bộ đúng hai vé khứ hồi.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Dữ liệu vé không mất sau giao dịch.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F0075C2-2416-46C4-B039-7C77F66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Bảo mật và mở rộng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Xác thực tài khoản theo vai trò.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Xác minh checksum callback VNPAY.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Cô lập dữ liệu nhà xe bằng carrierId.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Giao diện thân thiện trên Android.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Sẵn sàng mở rộng thêm nhà xe.</a:t>
            </a:r>
          </a:p>
        </p:txBody>
      </p:sp>
    </p:spTree>
    <p:extLst>
      <p:ext uri="{BB962C8B-B14F-4D97-AF65-F5344CB8AC3E}">
        <p14:creationId xmlns:p14="http://schemas.microsoft.com/office/powerpoint/2010/main" val="1408253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91b12d56f4d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E4CBE1C-6457-4C35-987E-EA79ADF5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3: ĐẶC TẢ YÊU CẦU HỆ THỐNG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DD47A-44E0-42D6-955C-AA6AC43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87327B8-9CD0-4344-A482-FBB91B16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3.5 Đặc tả các chức năng chính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8289730-738E-4F91-86FC-56CDB34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UC05 - Tìm chuyến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AC39AA7-3C35-4AFA-A37D-59DD03B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Lọc tuyến, ngày và giờ còn hiệu lực.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5A0F887-7D7E-4939-A23E-83A8B747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2588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UC10 - Khứ hồi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3F5EABF-C6FF-43F5-A9B4-DC5C915C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8191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Chọn ghế chiều đi và chiều về.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2555D1E-AB54-4FD1-8BBC-4EEF0DD3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32588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UC11 - VNPAY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8D2B6EC-4632-4A51-956A-7B02DF58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8191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Một payment cho tổng tiền hai vé.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9B105C3-162C-457C-BF04-9FB69A13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UC21 - Gửi chuyến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889182-3147-450C-8E66-16EC408C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Nhà xe chuyển chuyến chờ duyệt.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C020711-C9F5-4A54-9375-74B7C6A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74320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UC25 - Kiểm vé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8E0B422-0F12-4DD1-9C28-ECC9839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9923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Xác nhận khách thuộc đúng chuyến.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FA1EB64-2962-443B-ACD6-688E83AB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43200"/>
            <a:ext cx="3383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UC37 - Doanh thu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DB4CE0-BF13-4C56-9D0D-386681C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99232"/>
            <a:ext cx="32918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Tổng hợp theo chuyến, nhà xe.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542B077-E8FD-41EF-BB1E-E215D275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97880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Khách hàng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4C8A2C4-E4B6-43E0-A755-966350C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897880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Nhà xe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9F82319-5205-417A-AE5F-8181334E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897880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Admin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8b5311fc04425"/>
          <a:stretch xmlns:a="http://schemas.openxmlformats.org/drawingml/2006/main"/>
        </p:blipFill>
        <p:spPr>
          <a:xfrm xmlns:a="http://schemas.openxmlformats.org/drawingml/2006/main">
            <a:off x="1324722" y="4270248"/>
            <a:ext cx="688116" cy="16002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20e20dfd94fcf"/>
          <a:stretch xmlns:a="http://schemas.openxmlformats.org/drawingml/2006/main"/>
        </p:blipFill>
        <p:spPr>
          <a:xfrm xmlns:a="http://schemas.openxmlformats.org/drawingml/2006/main">
            <a:off x="4921619" y="4270248"/>
            <a:ext cx="718083" cy="16002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8df40b0f942d1"/>
          <a:stretch xmlns:a="http://schemas.openxmlformats.org/drawingml/2006/main"/>
        </p:blipFill>
        <p:spPr>
          <a:xfrm xmlns:a="http://schemas.openxmlformats.org/drawingml/2006/main">
            <a:off x="8463617" y="4270248"/>
            <a:ext cx="674966" cy="1600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25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02474cf5b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AC15B69-9C70-41FF-8278-2FF6B990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C0C2A4C-37C6-400D-A846-B9BFA2C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3B8827-B557-4DF4-8F66-DAED15A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0835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CHƯƠNG 4: PHÂN TÍCH</a:t>
            </a:r>
          </a:p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VÀ THIẾT KẾ HỆ THỐNG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8B73CE-9C52-4A83-802E-FADF46C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464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Tác nhân, use case, lớp và các luồng xử lý chính của BusBooking.</a:t>
            </a:r>
          </a:p>
        </p:txBody>
      </p:sp>
    </p:spTree>
    <p:extLst>
      <p:ext uri="{BB962C8B-B14F-4D97-AF65-F5344CB8AC3E}">
        <p14:creationId xmlns:p14="http://schemas.microsoft.com/office/powerpoint/2010/main" val="610064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7924dc7d2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BE9F5D7-8481-4318-8D44-8FFC097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8071BE-FFE9-4172-B311-5E3B0B89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3E089B1-B64B-42AB-9306-635B00C7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Tác nhân - 4.2 Thành lập Use Case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C2EDBF-2EC2-4FED-BF57-3F0A217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Tác nhân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Khách hàng: tìm và mua vé.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Điều hành nhà xe: đề xuất chuyến.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Nhân viên kiểm vé: check-in.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Admin: duyệt, vận hành, báo cáo.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VNPAY: xử lý thanh toán ngoài.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F0075C2-2416-46C4-B039-7C77F66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7492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Nhóm Use Case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Khách hàng: UC01 - UC14.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Nhà xe: UC15 - UC25.</a:t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Admin: UC26 - UC38.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Trọng tâm trình bày: UC10 đặt khứ hồi, UC11 VNPAY, UC32 duyệt chuyến và UC37 doanh thu.</a:t>
            </a:r>
          </a:p>
        </p:txBody>
      </p:sp>
    </p:spTree>
    <p:extLst>
      <p:ext uri="{BB962C8B-B14F-4D97-AF65-F5344CB8AC3E}">
        <p14:creationId xmlns:p14="http://schemas.microsoft.com/office/powerpoint/2010/main" val="1408253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9ba07c557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F5E07B-F88C-49BD-A585-5BE80E9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20DCC77-C56D-4B38-80A7-92CC10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A568C-7C4F-4346-AC8A-2B17F94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4.3 Đặc tả UC10 - Đặt vé khứ hồi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8E1D202-F8CF-4ABA-B9CB-56AA9C1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62472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Hình 4.1 Luồng UC10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768077-56F3-4F2D-88ED-97ADF8A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9204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Tiền điều kiện: khách đã đăng nhập; hai chuyến đã được duyệt và còn ghế.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Luồng chính: chọn ghế chiều đi, chọn ghế chiều về, xác nhận tổng tiền và thanh toán một lần.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Hậu điều kiện: payment thành công sinh 02 ticket CONFIRMED độc lập.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bd7ce2b4b4dd5"/>
          <a:stretch xmlns:a="http://schemas.openxmlformats.org/drawingml/2006/main"/>
        </p:blipFill>
        <p:spPr>
          <a:xfrm xmlns:a="http://schemas.openxmlformats.org/drawingml/2006/main">
            <a:off x="1334857" y="1143000"/>
            <a:ext cx="4188286" cy="4892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89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afa2a8380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F5E07B-F88C-49BD-A585-5BE80E9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20DCC77-C56D-4B38-80A7-92CC10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A568C-7C4F-4346-AC8A-2B17F94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4.4 Biểu đồ Use Case tổng quát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8E1D202-F8CF-4ABA-B9CB-56AA9C1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62472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Hình 4.2 Use Case BusBooking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768077-56F3-4F2D-88ED-97ADF8A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9204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Khách hàng thực hiện hành trình mua vé.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Nhà xe tạo nguồn chuyến và kiểm soát hành khách sau bán.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 duyệt dữ liệu, xử lý payment và báo cáo doanh thu; VNPAY là dịch vụ ngoài.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be051ae82439b"/>
          <a:stretch xmlns:a="http://schemas.openxmlformats.org/drawingml/2006/main"/>
        </p:blipFill>
        <p:spPr>
          <a:xfrm xmlns:a="http://schemas.openxmlformats.org/drawingml/2006/main">
            <a:off x="1334857" y="1143000"/>
            <a:ext cx="4188286" cy="4892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895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c9841d1744d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E354E4A-8991-460B-B343-B74535CA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4F50A1-8423-4ADB-A79C-CA829C74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905C148-F1BC-4449-B1BC-E4051A9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4.5 Danh sách lớp - 4.6 Biểu đồ lớp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DBEB319-EBEC-43C3-914B-C9A40828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6752"/>
            <a:ext cx="5532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Hình 4.3 Các lớp dữ liệu chính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DDAC387-5E4B-4074-BA69-F51E5B0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54480"/>
            <a:ext cx="48006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Carrier sở hữu Bus và các Trip đã duyệt; Route cung cấp lộ trình.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đặt Ticket theo ghế và chuyến. Với khứ hồi, 02 Ticket dùng chung Payment đã xác nhận.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Các lớp này hỗ trợ thống kê theo chuyến và theo nhà xe.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8712f781d44a0"/>
          <a:stretch xmlns:a="http://schemas.openxmlformats.org/drawingml/2006/main"/>
        </p:blipFill>
        <p:spPr>
          <a:xfrm xmlns:a="http://schemas.openxmlformats.org/drawingml/2006/main">
            <a:off x="1271691" y="1143000"/>
            <a:ext cx="4360338" cy="48463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164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fc53d2cdf4b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F5E07B-F88C-49BD-A585-5BE80E9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4: PHÂN TÍCH VÀ THIẾT KẾ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20DCC77-C56D-4B38-80A7-92CC10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A568C-7C4F-4346-AC8A-2B17F94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4.7 Trình tự - 4.8 Hoạt động - 4.9 Trạng thái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8E1D202-F8CF-4ABA-B9CB-56AA9C1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62472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Hình 4.4 Luồng xử lý payment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768077-56F3-4F2D-88ED-97ADF8A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9204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Biểu đồ trình tự thể hiện tương tác khách hàng, app, backend và VNPAY.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Biểu đồ hoạt động mô tả bước chọn hai ghế, thanh toán và xác nhận vé.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Trạng thái vé chuyển từ chờ thanh toán sang đã xác nhận và đã kiểm vé.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2c4e83b21447e"/>
          <a:stretch xmlns:a="http://schemas.openxmlformats.org/drawingml/2006/main"/>
        </p:blipFill>
        <p:spPr>
          <a:xfrm xmlns:a="http://schemas.openxmlformats.org/drawingml/2006/main">
            <a:off x="1334857" y="1143000"/>
            <a:ext cx="4188286" cy="4892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895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b5f2d7f364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08D564-7C63-4AC3-8006-CC4E2E8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5: KẾT QUẢ TRIỂN KHAI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9CFEF21-E287-4CC7-8A10-9D9FDC5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9F0E30-AA2D-40F9-9F9B-3E72C9D4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0835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CHƯƠNG 5: KẾT QUẢ XÂY DỰNG</a:t>
            </a:r>
          </a:p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VÀ TRIỂN KHAI ỨNG DỤNG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379676-1E8C-41DF-9216-4A89349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464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Giao diện ứng dụng và kết quả xử lý luồng thanh toán.</a:t>
            </a:r>
          </a:p>
        </p:txBody>
      </p:sp>
    </p:spTree>
    <p:extLst>
      <p:ext uri="{BB962C8B-B14F-4D97-AF65-F5344CB8AC3E}">
        <p14:creationId xmlns:p14="http://schemas.microsoft.com/office/powerpoint/2010/main" val="15619348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1d334015c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3B2395C-EC2C-44D8-93DA-5AD918F2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5: KẾT QUẢ TRIỂN KHAI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77172AF-7978-466F-A49E-FC455E1C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104720A-F473-492E-8A03-BBA3048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Giao diện ứng dụng - 5.2 Đánh giá hệ thống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4538886-7884-437C-BC2E-AF9A6B8F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48006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Ứng dụng Android đã có giao diện đăng nhập và nội dung giới thiệu tuyến phục vụ luồng đặt vé.</a:t>
            </a: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xác nhận payment VNPAY; thiết kế khứ hồi bảo đảm sau giao dịch thành công sinh hai vé riêng theo từng chuyến.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332CE37-1A29-43A4-8EE6-D57E1E8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555955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Ứng dụng user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A7563670-210B-4965-A733-D1B28D5D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5955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Nội dung tuyến</a:t>
            </a:r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7CE51C69-0623-4292-92D9-B66F83D1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55955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Kết quả payment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f1a97f1b4499"/>
          <a:stretch xmlns:a="http://schemas.openxmlformats.org/drawingml/2006/main"/>
        </p:blipFill>
        <p:spPr>
          <a:xfrm xmlns:a="http://schemas.openxmlformats.org/drawingml/2006/main">
            <a:off x="6052777" y="1880915"/>
            <a:ext cx="1290406" cy="2867569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a8bd4850a4a2e"/>
          <a:stretch xmlns:a="http://schemas.openxmlformats.org/drawingml/2006/main"/>
        </p:blipFill>
        <p:spPr>
          <a:xfrm xmlns:a="http://schemas.openxmlformats.org/drawingml/2006/main">
            <a:off x="7772400" y="2951373"/>
            <a:ext cx="1417320" cy="726653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29972b89846c1"/>
          <a:stretch xmlns:a="http://schemas.openxmlformats.org/drawingml/2006/main"/>
        </p:blipFill>
        <p:spPr>
          <a:xfrm xmlns:a="http://schemas.openxmlformats.org/drawingml/2006/main">
            <a:off x="9555480" y="1603862"/>
            <a:ext cx="1417320" cy="34216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3224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2d8c2b0e6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08D564-7C63-4AC3-8006-CC4E2E8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6: KẾT LUẬN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9CFEF21-E287-4CC7-8A10-9D9FDC5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9F0E30-AA2D-40F9-9F9B-3E72C9D4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0835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CHƯƠNG 6: KẾT LUẬN</a:t>
            </a:r>
          </a:p>
          <a:p xmlns:a="http://schemas.openxmlformats.org/drawingml/2006/main">
            <a:pPr marL="0" indent="0" algn="ctr">
              <a:buNone/>
            </a:pPr>
            <a:r>
              <a:rPr sz="20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VÀ HƯỚNG PHÁT TRIỂN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8379676-1E8C-41DF-9216-4A89349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464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Tổng kết kết quả đạt được và định hướng mở rộng hệ thống.</a:t>
            </a:r>
          </a:p>
        </p:txBody>
      </p:sp>
    </p:spTree>
    <p:extLst>
      <p:ext uri="{BB962C8B-B14F-4D97-AF65-F5344CB8AC3E}">
        <p14:creationId xmlns:p14="http://schemas.microsoft.com/office/powerpoint/2010/main" val="15619348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25006355745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" y="-109728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C5F5F26-DEFC-4421-A1F0-620671E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73152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CHƯƠNG 6: KẾT LUẬN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15665AA-EAA0-4ACA-AC7D-58A665B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601968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FE04550-CE1E-40FB-8769-DAAB0D3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49808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6.1 Kết luận chung - 6.2 Định hướng phát triển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3B25359-3776-42EB-B6AF-7ECAB2C3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5212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Kết quả đạt được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0A170B-A6BB-4E00-880F-0557135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52120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Hoàn thiện luồng app khách hàng và thanh toán VNPAY.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Thiết kế mô hình nhiều nhà xe với admin trung tâm.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Xử lý khứ hồi: 01 payment - 02 vé độc lập.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08076E6-14C6-4880-A57E-1972478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0B56C5"/>
                </a:solidFill>
                <a:latin typeface="Times New Roman"/>
                <a:ea typeface="Times New Roman"/>
                <a:cs typeface="Times New Roman"/>
              </a:rPr>
              <a:t>Hướng phát triển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EE91D19-9B23-4ED7-98CA-FC2F37D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493776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Hoàn thiện app nhà xe và dashboard doanh thu.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Mở rộng tuyến, nhà xe và đối soát thực tế.</a:t>
            </a:r>
          </a:p>
          <a:p xmlns:a="http://schemas.openxmlformats.org/drawingml/2006/main"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Bổ sung hoàn/hủy vé, thông báo và check-in QR.</a:t>
            </a:r>
          </a:p>
        </p:txBody>
      </p:sp>
    </p:spTree>
    <p:extLst>
      <p:ext uri="{BB962C8B-B14F-4D97-AF65-F5344CB8AC3E}">
        <p14:creationId xmlns:p14="http://schemas.microsoft.com/office/powerpoint/2010/main" val="948870442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2026-05-27T04:59:53.1590000Z</dcterms:created>
  <dcterms:modified xsi:type="dcterms:W3CDTF">2026-05-27T04:59:53.1590000Z</dcterms:modified>
</coreProperties>
</file>